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Contract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Web-based claims management system</a:t>
            </a:r>
          </a:p>
          <a:p>
            <a:r>
              <a:t>• Roles: Lecturer, Coordinator, Manager, HR</a:t>
            </a:r>
          </a:p>
          <a:p>
            <a:r>
              <a:t>• Submit, approve, track, and report claims</a:t>
            </a:r>
          </a:p>
          <a:p>
            <a:r>
              <a:t>• Automated workflows and PDF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Submit claims</a:t>
            </a:r>
          </a:p>
          <a:p>
            <a:r>
              <a:t>• Upload supporting documents</a:t>
            </a:r>
          </a:p>
          <a:p>
            <a:r>
              <a:t>• Auto-calculated payments</a:t>
            </a:r>
          </a:p>
          <a:p>
            <a:r>
              <a:t>• View claim history and statuses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Coordinator &amp; Manager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submitted claims</a:t>
            </a:r>
          </a:p>
          <a:p>
            <a:r>
              <a:t>• Approve or reject claims</a:t>
            </a:r>
          </a:p>
          <a:p>
            <a:r>
              <a:t>• Access pending approval lists</a:t>
            </a:r>
          </a:p>
          <a:p>
            <a:r>
              <a:t>• View lecturer claim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 user management</a:t>
            </a:r>
          </a:p>
          <a:p>
            <a:r>
              <a:t>• Create, edit, delete users</a:t>
            </a:r>
          </a:p>
          <a:p>
            <a:r>
              <a:t>• Generate PDF claim reports</a:t>
            </a:r>
          </a:p>
          <a:p>
            <a:r>
              <a:t>• Access all claims and system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ASP.NET Core MVC</a:t>
            </a:r>
          </a:p>
          <a:p>
            <a:r>
              <a:t>• Entity Framework Core</a:t>
            </a:r>
          </a:p>
          <a:p>
            <a:r>
              <a:t>• Identity Roles &amp; Authentication</a:t>
            </a:r>
          </a:p>
          <a:p>
            <a:r>
              <a:t>• QuestPDF Reporting Engine</a:t>
            </a:r>
          </a:p>
          <a:p>
            <a:r>
              <a:t>• Bootstrap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system screenshots here...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workflows improve efficiency</a:t>
            </a:r>
          </a:p>
          <a:p>
            <a:r>
              <a:t>• Secure identity and access control</a:t>
            </a:r>
          </a:p>
          <a:p>
            <a:r>
              <a:t>• Professional dashboards for each role</a:t>
            </a:r>
          </a:p>
          <a:p>
            <a:r>
              <a:t>• Reliable PDF reporting for HR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